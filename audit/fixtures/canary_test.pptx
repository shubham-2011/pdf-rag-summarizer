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Confidential presenter guidance: CANARY_PPTX_SPEAKER_NOTES_SLIDE1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Quarterly Review CANARY_PPTX_SLIDE1_HEADING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Performance Highlights CANARY_PPTX_SLIDE1_BODY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36576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Score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CANARY_PPTX_SLIDE1_TABLE_CELL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