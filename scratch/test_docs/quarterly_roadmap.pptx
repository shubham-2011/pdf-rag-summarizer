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Product Architecture Roadmap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1. Migration to Google Gemini 2.0 Flash</a:t>
            </a:r>
          </a:p>
          <a:p>
            <a:r>
              <a:t>2. ChromaDB RAG Vector Store</a:t>
            </a:r>
          </a:p>
          <a:p>
            <a:r>
              <a:t>3. Completion by December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