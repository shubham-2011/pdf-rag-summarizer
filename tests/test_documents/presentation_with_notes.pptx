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Emphasize that budget approval of $430k is required for the evaluator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Target deployment date is December 15,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Roadmap &amp; Strategy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Executive Briefing for Leadership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Multi-modal ingestion</a:t>
            </a:r>
          </a:p>
          <a:p>
            <a:r>
              <a:t>2. Hybrid RRF retrieval</a:t>
            </a:r>
          </a:p>
          <a:p>
            <a:r>
              <a:t>3. LLM-as-Judge CI gating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